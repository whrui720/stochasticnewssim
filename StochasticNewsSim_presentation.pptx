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91695" cy="18288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Calibri"/>
              </a:rPr>
              <a:t>STAT 433  ·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0B2A4A"/>
                </a:solidFill>
                <a:latin typeface="Calibri"/>
              </a:rPr>
              <a:t>Stochastics of News Article Propagation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0">
                <a:solidFill>
                  <a:srgbClr val="333333"/>
                </a:solidFill>
                <a:latin typeface="Calibri"/>
              </a:rPr>
              <a:t>Modelling counts and reliability dynamics around the 2017 Las Vegas shooting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B2A4A"/>
                </a:solidFill>
                <a:latin typeface="Calibri"/>
              </a:rPr>
              <a:t>Harry Wang  ·  Sriyan Madugula  ·  Ruthesh Thavamani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University of Michigan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CC-News articles cross-joined with NewsGuard reliability 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Source: CC-News crawl, filtered to articles covering the 2017 Las Vegas shooting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Date range: 2017-10-02 → 2017-12-31 (91 days, zero-filled)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2,702 articles  ·  29.7 articles/day mean  ·  peak 489 on day 0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Reliability label constructed by joining CC-News with NewsGuard scores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Score thresholded at the median to produce a binary label ± 1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63.5% reliable  /  36.5% unreliable across the corpus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Limitations of the dataset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Binary reliability label — the underlying NewsGuard score is continuous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Daily granularity only — within-day burst structure is invisible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Single event window — generality across event types is untested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Coverage gaps on quiet days are zero-filled, not imputed</a:t>
            </a:r>
          </a:p>
        </p:txBody>
      </p:sp>
      <p:pic>
        <p:nvPicPr>
          <p:cNvPr id="8" name="Picture 7" descr="fig1_observed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68231"/>
            <a:ext cx="5486400" cy="20701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2636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Calibri"/>
              </a:rPr>
              <a:t>Stacked daily counts by reliability category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A  ·  Modelling the Counting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Three base models fit by maximum conditional Poisson log-likelihood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Standard Poisson  —  λ(t) = λ  (1 param, null model)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Inhomogeneous Poisson  —  λ(t) = A·e^(−βt) + c  (3 params)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Discrete-time Hawkes  —  λ(t) = μ + α·R(t),  R(t)=e^(−β)[R(t−1)+N(t−1)]  (2-3 params)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Hawkes β-profile sweep collapses to AR(1) limit at β → ∞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Optimal kernel: λ(t) = 11.50 + 0.614·N(t−1)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3749039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57150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log 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Pearson Var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Standard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−3835.11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7672.22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196.3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Inhomog.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−513.15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1032.29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8.52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Hawkes (AR-1)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−2003.81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4011.62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225.1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080760"/>
            <a:ext cx="57607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B2A4A"/>
                </a:solidFill>
                <a:latin typeface="Calibri"/>
              </a:rPr>
              <a:t>IHP wins decisively  —  absorbs the day-0 exogenous shock the Hawkes cannot.</a:t>
            </a:r>
          </a:p>
        </p:txBody>
      </p:sp>
      <p:pic>
        <p:nvPicPr>
          <p:cNvPr id="10" name="Picture 9" descr="fig11_all_models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7300"/>
            <a:ext cx="5486400" cy="2283160"/>
          </a:xfrm>
          <a:prstGeom prst="rect">
            <a:avLst/>
          </a:prstGeom>
        </p:spPr>
      </p:pic>
      <p:pic>
        <p:nvPicPr>
          <p:cNvPr id="11" name="Picture 10" descr="fig8_hawkes_beta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42513"/>
            <a:ext cx="5486400" cy="23848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A  ·  Hybrid IHP + Hawkes Wins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Combining exogenous trigger with endogenous self-excitation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852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Hybrid (full):  λ(t) = A·e^(−β₀ t) + c + α·R(t)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5852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IHP term absorbs the day-0 burst (489 articles)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Hawkes term carries the self-exciting tail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Two timescales: fast exogenous decay (1.75 d half-life) + slow endogenous persistence (8.2 d)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LRT IHP → Hybrid-AR1: Δℓ = 124.4, p ≈ 0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 LRT Hybrid-AR1 → Hybrid-full: p = 3.7×10⁻⁹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406908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BIC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Standard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7672.22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7674.73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Inhomog. Poisson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1032.29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1039.82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Hawkes (AR-1)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4011.62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4016.65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Hybrid IHP+Hawkes (AR-1)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785.59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795.63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1A1A"/>
                          </a:solidFill>
                          <a:latin typeface="Calibri"/>
                        </a:rPr>
                        <a:t>Hybrid IHP+Hawkes (full)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1A1A"/>
                          </a:solidFill>
                          <a:latin typeface="Calibri"/>
                        </a:rPr>
                        <a:t>752.80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B1A1A"/>
                          </a:solidFill>
                          <a:latin typeface="Calibri"/>
                        </a:rPr>
                        <a:t>765.35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" name="Picture 9" descr="fig13_hybrid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6330" y="1005840"/>
            <a:ext cx="4415339" cy="2743200"/>
          </a:xfrm>
          <a:prstGeom prst="rect">
            <a:avLst/>
          </a:prstGeom>
        </p:spPr>
      </p:pic>
      <p:pic>
        <p:nvPicPr>
          <p:cNvPr id="11" name="Picture 10" descr="fig14_hybrid_early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963857"/>
            <a:ext cx="5486400" cy="24507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B  ·  Modelling the Reliability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From counts to the reliable / unreliable split per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5852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Goal: model q_t = P(article on day t is reliable | day t)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Two daily series: N_neg(t), N_pos(t); empirical π_pos(t) = N_pos / N_tot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Shared evaluation: conditional binomial log-likelihood given N_tot(t)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Hawkes implied split: q_t = λ_pos / (λ_pos + λ_neg)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Markov: q_t = (π_{t−1} · P_t)_pos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Four candidate models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Multivariate Hawkes (AR-1 limit, 6 params, stationarity enforced)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Homogeneous Markov — single transition matrix (2 params, null)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State-dependent Markov — separate P for neg-/pos-majority days (4)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Mean-field Markov — logistic links P(π_pos) (4 params)</a:t>
            </a:r>
          </a:p>
        </p:txBody>
      </p:sp>
      <p:pic>
        <p:nvPicPr>
          <p:cNvPr id="8" name="Picture 7" descr="fig2_observed_propor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667158"/>
            <a:ext cx="5486400" cy="20723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6263640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777777"/>
                </a:solidFill>
                <a:latin typeface="Calibri"/>
              </a:rPr>
              <a:t>Empirical π_pos(t) with 95% Wilson confidence bands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B  ·  Multivariate Hawkes — Cross-Excitation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Branching matrix between reliable and unreliable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5852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Baselines: μ_neg = 3.12, μ_pos = 8.38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Spectral radius ρ(n) = 0.633  →  stationary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Within-category excitation: n_nn = 0.44, n_pp = 0.37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Cross-excitation is non-trivial: n_pn = 0.32, n_np = 0.16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Reliability is not a closed ecosystem — streams interact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657600"/>
            <a:ext cx="5852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Justification: Hawkes is the natural multivariate generalisation of Part A's winner;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977639"/>
            <a:ext cx="5852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branching matrix gives mechanistic, interpretable cross-excitation estimates.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617720"/>
            <a:ext cx="5852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8348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An unreliable article today triggers ~0.32 reliable articles tomorrow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A reliable article today triggers ~0.16 unreliable articles tomorrow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Mildly diagonal-dominant, sub-critical, and consistent with Part A</a:t>
            </a:r>
          </a:p>
        </p:txBody>
      </p:sp>
      <p:pic>
        <p:nvPicPr>
          <p:cNvPr id="12" name="Picture 11" descr="fig3_hawkes_branch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855" y="1005840"/>
            <a:ext cx="3605729" cy="2743200"/>
          </a:xfrm>
          <a:prstGeom prst="rect">
            <a:avLst/>
          </a:prstGeom>
        </p:spPr>
      </p:pic>
      <p:pic>
        <p:nvPicPr>
          <p:cNvPr id="13" name="Picture 12" descr="fig4_hawkes_fitted_vs_observ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657" y="3840480"/>
            <a:ext cx="4510125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B  ·  Markov Variants — Regime Switching &amp; Mean-Field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Two parameterisations of state-dependent transition probabilities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0584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State-dependent (regime-switching) Markov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71600"/>
            <a:ext cx="5852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Two transition matrices keyed on yesterday's majority state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Pos-majority regime: both classes are sticky (P_nn=0.68, P_pp=0.76)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Neg-majority regime: dynamics push toward reliable (P_neg→pos = 0.73)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24612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Mean-field Markov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611880"/>
            <a:ext cx="5852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Logistic links: P_neg→pos = σ(a₀ + a₁·π_pos),  P_pos→neg = σ(b₀ + b₁·π_pos)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Fitted: a₀=+1.15, a₁=−3.96 → strong mean reversion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When reliable share ↓, conversion to reliable ↑ sharply (0.76 → 0.06)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Smooth, identifiable analogue of the regime-switching matrix</a:t>
            </a:r>
          </a:p>
        </p:txBody>
      </p:sp>
      <p:pic>
        <p:nvPicPr>
          <p:cNvPr id="11" name="Picture 10" descr="fig5_markov_regime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065393"/>
            <a:ext cx="5486400" cy="2624094"/>
          </a:xfrm>
          <a:prstGeom prst="rect">
            <a:avLst/>
          </a:prstGeom>
        </p:spPr>
      </p:pic>
      <p:pic>
        <p:nvPicPr>
          <p:cNvPr id="12" name="Picture 11" descr="fig6_meanfield_P_traje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76464"/>
            <a:ext cx="5486400" cy="2025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B  ·  Model Comparison on Shared Binomial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Effective sample size n_eff = 86 days with at least one article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5156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/>
                <a:gridCol w="1170432"/>
                <a:gridCol w="1170432"/>
                <a:gridCol w="1170432"/>
                <a:gridCol w="1170432"/>
              </a:tblGrid>
              <a:tr h="438912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log 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BIC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Multivariate Hawkes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−156.93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325.87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340.60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Homogeneous Markov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−162.75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329.50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334.41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State-dependent Markov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−157.33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322.65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8B1A1A"/>
                          </a:solidFill>
                          <a:latin typeface="Calibri"/>
                        </a:rPr>
                        <a:t>332.47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Mean-field Markov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−157.56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323.13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332.94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3383280"/>
            <a:ext cx="5852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Likelihood ratio tests vs homogeneous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70332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State-dep Markov:  LR = 10.85, df = 2,  p = 4.4×10⁻³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Mean-field Markov:  LR = 10.37, df = 2,  p = 5.6×10⁻³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983480"/>
            <a:ext cx="58521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Why Markov beats Hawkes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34924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Hawkes spends parameters on total counts, not the split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•  ~86% of days are pos-majority — a single P captures most dynamics</a:t>
            </a:r>
          </a:p>
        </p:txBody>
      </p:sp>
      <p:pic>
        <p:nvPicPr>
          <p:cNvPr id="12" name="Picture 11" descr="fig7_fitted_propor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234677"/>
            <a:ext cx="5486400" cy="2285526"/>
          </a:xfrm>
          <a:prstGeom prst="rect">
            <a:avLst/>
          </a:prstGeom>
        </p:spPr>
      </p:pic>
      <p:pic>
        <p:nvPicPr>
          <p:cNvPr id="13" name="Picture 12" descr="fig9_mode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13831"/>
            <a:ext cx="5486400" cy="19507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Part B  ·  Interpretation — A Mean-Reverting Reliability Ecology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CFD8E5"/>
                </a:solidFill>
                <a:latin typeface="Calibri"/>
              </a:rPr>
              <a:t>What the winning models say about the news ecosystem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The system has a stable equilibrium near π_pos ≈ 0.63 — the empirical reliable share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When the reliable share drops below 0.5 (only at the initial shock), strong restoring forces fire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State-dependent Markov: P_neg→pos jumps to 0.73 in the neg-majority regime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Mean-field Markov: P_neg→pos is a steeply decreasing function of π_pos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Hawkes branching matrix encodes the same story mechanistically: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Reliable articles preferentially trigger more reliable articles (n_pp &gt; n_np)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Unreliable articles trigger reliable and unreliable articles nearly symmetrically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Choice of model depends on the question being asked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Distribution dynamics  →  Markov variants are most efficient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–  Mechanistic cross-excitation  →  Multivariate Hawkes is most informative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 Synthetic recovery passed (max rel error 20% on T=500) — estimates are trustworthy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777777"/>
                </a:solidFill>
                <a:latin typeface="Calibri"/>
              </a:rPr>
              <a:t>Stochastics of News Article Propagation  —  Wang · Madugula · Thavamani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66928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Summary of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41732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Counting process is best modelled by a hybrid IHP + Hawkes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Exogenous shock + endogenous amplification at distinct timescales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Reliability split is best modelled by a state-dependent Markov chain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Mean-field Markov is statistically indistinguishable and smoother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Cross-excitation between reliable and unreliable streams is non-trivial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Reliability ecology is mean-reverting around the empirical equilibrium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486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McKean–Vlasov formulation for continuous-time, distribution-dependent transitions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Replace discrete P_t with a SDE driven by the empirical π_pos measure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Use raw NewsGuard scores (continuous) instead of the binary label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Recovers within-class heterogeneity lost to the median threshold</a:t>
            </a:r>
          </a:p>
          <a:p>
            <a:pPr lvl="1">
              <a:lnSpc>
                <a:spcPct val="11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–  Enables regression / functional models on a real-valued reliability axis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Replicate across additional events to test generality of the hybrid + Markov story</a:t>
            </a:r>
          </a:p>
          <a:p>
            <a:pPr>
              <a:lnSpc>
                <a:spcPct val="115000"/>
              </a:lnSpc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 Extend hybrid model with explicit weekly seasonality (ΔAIC ≈ −148 in exploration)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